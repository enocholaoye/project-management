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D5800-FAA6-2F0E-33B7-1499D548174C}" v="126" dt="2026-03-04T21:16:38.361"/>
    <p1510:client id="{43E2CAB6-3054-5DE9-C437-8F1190E87C97}" v="143" dt="2026-03-04T22:08:38.383"/>
    <p1510:client id="{DBEAE4C5-FC1E-B082-1A2A-4ADAAFFA4A30}" v="397" dt="2026-03-04T21:39:11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Phantom Menaces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b="1">
              <a:highlight>
                <a:srgbClr val="FFFFFF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b="1">
              <a:highlight>
                <a:srgbClr val="FFFFFF"/>
              </a:highlight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highlight>
                  <a:srgbClr val="FFFFFF"/>
                </a:highlight>
              </a:rPr>
              <a:t>Maciej Stech</a:t>
            </a:r>
            <a:r>
              <a:rPr lang="en-US">
                <a:highlight>
                  <a:srgbClr val="FFFFFF"/>
                </a:highlight>
              </a:rPr>
              <a:t> (G00428784)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u="sng">
                <a:highlight>
                  <a:srgbClr val="FFFFFF"/>
                </a:highlight>
              </a:rPr>
              <a:t>Role:</a:t>
            </a:r>
            <a:r>
              <a:rPr lang="en-US">
                <a:highlight>
                  <a:srgbClr val="FFFFFF"/>
                </a:highlight>
              </a:rPr>
              <a:t> Scrum Master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highlight>
                  <a:srgbClr val="FFFFFF"/>
                </a:highlight>
              </a:rPr>
              <a:t>Seán</a:t>
            </a:r>
            <a:r>
              <a:rPr lang="en-US">
                <a:highlight>
                  <a:srgbClr val="FFFFFF"/>
                </a:highlight>
              </a:rPr>
              <a:t> </a:t>
            </a:r>
            <a:r>
              <a:rPr lang="en-US" b="1">
                <a:highlight>
                  <a:srgbClr val="FFFFFF"/>
                </a:highlight>
              </a:rPr>
              <a:t>O Doherty</a:t>
            </a:r>
            <a:r>
              <a:rPr lang="en-US">
                <a:highlight>
                  <a:srgbClr val="FFFFFF"/>
                </a:highlight>
              </a:rPr>
              <a:t>(G00292097)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u="sng">
                <a:highlight>
                  <a:srgbClr val="FFFFFF"/>
                </a:highlight>
              </a:rPr>
              <a:t>Role:</a:t>
            </a:r>
            <a:r>
              <a:rPr lang="en-US">
                <a:highlight>
                  <a:srgbClr val="FFFFFF"/>
                </a:highlight>
              </a:rPr>
              <a:t> Dev OPs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highlight>
                  <a:srgbClr val="FFFFFF"/>
                </a:highlight>
              </a:rPr>
              <a:t>Enoch Olaoye</a:t>
            </a:r>
            <a:r>
              <a:rPr lang="en-US">
                <a:highlight>
                  <a:srgbClr val="FFFFFF"/>
                </a:highlight>
              </a:rPr>
              <a:t> (G00430326)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u="sng">
                <a:highlight>
                  <a:srgbClr val="FFFFFF"/>
                </a:highlight>
              </a:rPr>
              <a:t>Role:</a:t>
            </a:r>
            <a:r>
              <a:rPr lang="en-US">
                <a:highlight>
                  <a:srgbClr val="FFFFFF"/>
                </a:highlight>
              </a:rPr>
              <a:t> Tester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highlight>
                  <a:srgbClr val="FFFFFF"/>
                </a:highlight>
              </a:rPr>
              <a:t>Laoi Rafferty</a:t>
            </a:r>
            <a:r>
              <a:rPr lang="en-US">
                <a:highlight>
                  <a:srgbClr val="FFFFFF"/>
                </a:highlight>
              </a:rPr>
              <a:t> (G00436395)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u="sng">
                <a:highlight>
                  <a:srgbClr val="FFFFFF"/>
                </a:highlight>
              </a:rPr>
              <a:t>Role:</a:t>
            </a:r>
            <a:r>
              <a:rPr lang="en-US">
                <a:highlight>
                  <a:srgbClr val="FFFFFF"/>
                </a:highlight>
              </a:rPr>
              <a:t> Project Manager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A102D-CAE3-B083-1195-9ADE209B8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>
                <a:latin typeface="Arial"/>
                <a:ea typeface="+mj-lt"/>
                <a:cs typeface="Arial"/>
              </a:rPr>
              <a:t>Project description</a:t>
            </a:r>
            <a:endParaRPr lang="en-US" sz="4000" b="1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592D3-AFE2-F738-2EFF-2C5845073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latin typeface="Arial"/>
                <a:ea typeface="+mn-lt"/>
                <a:cs typeface="Arial"/>
              </a:rPr>
              <a:t>Solution4forU</a:t>
            </a:r>
            <a:r>
              <a:rPr lang="en-US" sz="2000">
                <a:latin typeface="Arial"/>
                <a:ea typeface="+mn-lt"/>
                <a:cs typeface="Arial"/>
              </a:rPr>
              <a:t> is a mobile-first utility price comparison app designed to help users quickly compare essential household services as well as tracking the expenses.</a:t>
            </a:r>
          </a:p>
          <a:p>
            <a:r>
              <a:rPr lang="en-US" sz="2000">
                <a:latin typeface="Arial"/>
                <a:ea typeface="+mn-lt"/>
                <a:cs typeface="Arial"/>
              </a:rPr>
              <a:t>The app connects to provider APIs to retrieve </a:t>
            </a:r>
            <a:r>
              <a:rPr lang="en-US" sz="2000" b="1">
                <a:latin typeface="Arial"/>
                <a:ea typeface="+mn-lt"/>
                <a:cs typeface="Arial"/>
              </a:rPr>
              <a:t>live pricing data</a:t>
            </a:r>
            <a:r>
              <a:rPr lang="en-US" sz="2000">
                <a:latin typeface="Arial"/>
                <a:ea typeface="+mn-lt"/>
                <a:cs typeface="Arial"/>
              </a:rPr>
              <a:t> for:</a:t>
            </a:r>
          </a:p>
          <a:p>
            <a:r>
              <a:rPr lang="en-US" sz="2000">
                <a:latin typeface="Arial"/>
                <a:ea typeface="+mn-lt"/>
                <a:cs typeface="Arial"/>
              </a:rPr>
              <a:t>⚡ Electricity</a:t>
            </a:r>
          </a:p>
          <a:p>
            <a:r>
              <a:rPr lang="en-US" sz="2000">
                <a:latin typeface="Arial"/>
                <a:ea typeface="+mn-lt"/>
                <a:cs typeface="Arial"/>
              </a:rPr>
              <a:t>🔥 Gas</a:t>
            </a:r>
          </a:p>
          <a:p>
            <a:r>
              <a:rPr lang="en-US" sz="2000">
                <a:latin typeface="Arial"/>
                <a:ea typeface="+mn-lt"/>
                <a:cs typeface="Arial"/>
              </a:rPr>
              <a:t>🌐 Broadband</a:t>
            </a:r>
          </a:p>
          <a:p>
            <a:r>
              <a:rPr lang="en-US" sz="2000">
                <a:latin typeface="Arial"/>
                <a:ea typeface="+mn-lt"/>
                <a:cs typeface="Arial"/>
              </a:rPr>
              <a:t>📱 Mobile Plans</a:t>
            </a:r>
          </a:p>
          <a:p>
            <a:endParaRPr lang="en-US" sz="2000">
              <a:latin typeface="Arial"/>
              <a:cs typeface="Arial"/>
            </a:endParaRP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01B8FDA9-2247-4E91-BA56-6C4C3261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6" r="7392" b="-9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426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F5A8A-253E-6D61-6880-B04F2FAFA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Elevator pitch 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88B55-B5C6-79DA-20E9-71550694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highlight>
                  <a:srgbClr val="FFFFFF"/>
                </a:highlight>
                <a:latin typeface="Arial"/>
                <a:cs typeface="Arial"/>
              </a:rPr>
              <a:t>The product is for renters and home owners who have a difficult time tracking and maintaining their bills and / or subscriptions. Solution4U is a monetary management application that tracks your expenses and shows you competitive offers from other companies. Unlike other apps / websites like bonkers.ie we offer a tracker as well as an advisor all in one single application</a:t>
            </a:r>
          </a:p>
          <a:p>
            <a:pPr marL="0" indent="0">
              <a:buNone/>
            </a:pPr>
            <a:endParaRPr lang="en-US" sz="2400">
              <a:highlight>
                <a:srgbClr val="FFFFFF"/>
              </a:highlight>
            </a:endParaRPr>
          </a:p>
          <a:p>
            <a:endParaRPr lang="en-US" sz="2400">
              <a:highlight>
                <a:srgbClr val="FFFFFF"/>
              </a:highlight>
            </a:endParaRPr>
          </a:p>
          <a:p>
            <a:endParaRPr lang="en-US" sz="24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09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EAA8ABB-E28C-4BD6-B2CD-376882E92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F2D1A-6553-B4C7-3D78-C08F87CB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604" y="679731"/>
            <a:ext cx="3090345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 Box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9184" y="1"/>
            <a:ext cx="2446384" cy="5777808"/>
            <a:chOff x="329184" y="1"/>
            <a:chExt cx="524256" cy="577780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green screen&#10;&#10;AI-generated content may be incorrect.">
            <a:extLst>
              <a:ext uri="{FF2B5EF4-FFF2-40B4-BE49-F238E27FC236}">
                <a16:creationId xmlns:a16="http://schemas.microsoft.com/office/drawing/2014/main" id="{97E7856C-64F8-0FA6-33C0-BEFA4A175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1" r="7851" b="-3"/>
          <a:stretch>
            <a:fillRect/>
          </a:stretch>
        </p:blipFill>
        <p:spPr>
          <a:xfrm>
            <a:off x="4851186" y="905000"/>
            <a:ext cx="3383280" cy="5047735"/>
          </a:xfrm>
          <a:prstGeom prst="rect">
            <a:avLst/>
          </a:prstGeom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91C995-8614-A6E3-53C7-9127DDBDD9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20" r="-3" b="-3"/>
          <a:stretch>
            <a:fillRect/>
          </a:stretch>
        </p:blipFill>
        <p:spPr>
          <a:xfrm>
            <a:off x="1086551" y="905000"/>
            <a:ext cx="3383280" cy="504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0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5B33D-2496-3C5D-0125-4027CA9D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High-level Gantt chart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2FB161-2259-583E-E6A2-3A881575A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0194" y="408232"/>
            <a:ext cx="8529188" cy="586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29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0594-7640-F7B7-126B-2161DB70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Product roadmap  </a:t>
            </a:r>
            <a:endParaRPr lang="en-US"/>
          </a:p>
        </p:txBody>
      </p:sp>
      <p:pic>
        <p:nvPicPr>
          <p:cNvPr id="4" name="Content Placeholder 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41A52D79-1771-8246-057C-10C3D5E7F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44" y="1825847"/>
            <a:ext cx="11619947" cy="417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7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7C2FDE4-61EA-42D5-A9E0-7B2B8ADC8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FC9E5C3-B8DC-4532-8C1F-4D5331C6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863974" y="-12"/>
            <a:ext cx="8328025" cy="68579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7B259-89F1-2B67-2BDD-081BA2228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3339" y="469448"/>
            <a:ext cx="5256214" cy="5397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 kern="1200">
                <a:latin typeface="Arial"/>
                <a:cs typeface="Arial"/>
              </a:rPr>
              <a:t>System architecture overview</a:t>
            </a:r>
            <a:r>
              <a:rPr lang="en-US" sz="2200" kern="1200"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Content Placeholder 3" descr="A diagram of a cell phone&#10;&#10;AI-generated content may be incorrect.">
            <a:extLst>
              <a:ext uri="{FF2B5EF4-FFF2-40B4-BE49-F238E27FC236}">
                <a16:creationId xmlns:a16="http://schemas.microsoft.com/office/drawing/2014/main" id="{FDE5A832-762E-7DB1-A8F0-37064881B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7" y="1007270"/>
            <a:ext cx="5801970" cy="422833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04E56F-572D-3B6A-AC10-3CEC91B94AD0}"/>
              </a:ext>
            </a:extLst>
          </p:cNvPr>
          <p:cNvSpPr txBox="1"/>
          <p:nvPr/>
        </p:nvSpPr>
        <p:spPr>
          <a:xfrm>
            <a:off x="6476013" y="1461957"/>
            <a:ext cx="5163539" cy="4380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Front End - Java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Back End - Java / Kotlin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 Database - SQL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IDE - VS Code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55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3700-5968-A5AE-4E58-FF81CD59E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Release Plan and Burndown Chart 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A21DF74-9DDC-3E43-21FD-43FBA0EE9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5520" y="1534273"/>
            <a:ext cx="9291312" cy="464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8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9FF5A-CEFC-79D3-5084-F5312932A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Jira Demonstration</a:t>
            </a:r>
            <a:b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7171E-B475-7BFE-2792-F3014DE4507E}"/>
              </a:ext>
            </a:extLst>
          </p:cNvPr>
          <p:cNvSpPr txBox="1"/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https://atu-team-fb5irdzm.atlassian.net/jira/software/projects/SCRUM/boards/1/backlog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AA84F6-6C98-7840-506F-6F0295F86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92" y="2105584"/>
            <a:ext cx="5536001" cy="25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72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Team Phantom Menaces</vt:lpstr>
      <vt:lpstr>Project description</vt:lpstr>
      <vt:lpstr>Elevator pitch </vt:lpstr>
      <vt:lpstr>Product Box</vt:lpstr>
      <vt:lpstr>High-level Gantt chart </vt:lpstr>
      <vt:lpstr>Product roadmap  </vt:lpstr>
      <vt:lpstr>System architecture overview </vt:lpstr>
      <vt:lpstr>Release Plan and Burndown Chart </vt:lpstr>
      <vt:lpstr>Jira Demonstration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2026-03-04T16:22:56Z</dcterms:created>
  <dcterms:modified xsi:type="dcterms:W3CDTF">2026-03-05T10:17:53Z</dcterms:modified>
</cp:coreProperties>
</file>